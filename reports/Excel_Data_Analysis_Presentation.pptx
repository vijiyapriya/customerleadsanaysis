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Excel Data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Comprehensive Analysis of Lead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📊 Total Records: 194,831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✅ Active Leads: 183,565 (94.2%)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🌍 Countries: 426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🏢 Companies: 50,869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Regional Distribution: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ME Region: 54,909 (28.2%)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EU Region: 82,314 (42.2%)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USA: 8,030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Others: 20,618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Rows: 194,831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Columns: 40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Data Quality: 76.1% complete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Duplicate Rows: 0 (0%)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Key Metrics: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Contacts: 118,413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Leads: 52,260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Disqualified: 10,939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Won: 133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Lost: 190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Active Leads by Country (Top 15)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tive_leads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43648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Active Leads Distribution by 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tive_leads_by_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81231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Top 15 Countries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686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13.67%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United Kingdom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13.47%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United Arab Emirates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24281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12.46%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11.32%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Saudi Arabia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8.91%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6.57%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Switzerland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3.11%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Qatar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2.26%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Netherlands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Denmark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1.96%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Sweden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1.92%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Kuwait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1.62%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Email Bounced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Total Email Bounced: 27,021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Percentage of Total: 13.87%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Top 5 Countries with Bounced Emails: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United Kingdom: 4,966 (18.4%)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Germany: 4,743 (17.6%)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United Arab Emirates: 2,994 (11.1%)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Saudi Arabia: 2,719 (10.1%)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United States: 1,821 (6.7%)</a:t>
            </a:r>
          </a:p>
        </p:txBody>
      </p:sp>
      <p:pic>
        <p:nvPicPr>
          <p:cNvPr id="5" name="Picture 4" descr="bounced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2327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Top Industries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686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Industry Vertical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Discrete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52269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27.71%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Process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13.76%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12.62%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12.57%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Oil &amp; Gas,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7.78%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Retail , Distribution &amp; Trading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6.45%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Discrete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4.73%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3.01%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2.87%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2.34%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Government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1.03%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Process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0.48%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Lead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Lead Source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120830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63.56%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23.24%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Lead Feeder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LinkedIn_Clicks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1.37%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Direct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1.24%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Zoominfo_Intent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1.13%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Factors.ai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0.68%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Factors_Website_Traffic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0.63%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Role Analysis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Key Role Categories Identified: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Finance Leads: 30,154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IT Leads: 29,586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CEO: 8,091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CFO: 7,039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HR Leads: 6,741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Total: 81,611 records across all categories</a:t>
            </a:r>
          </a:p>
        </p:txBody>
      </p:sp>
      <p:pic>
        <p:nvPicPr>
          <p:cNvPr id="5" name="Picture 4" descr="role_category_tot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19444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Role Distribution by Country (Top 15)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les_by_country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43588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HR Leads by Country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Top 5 Countries with HR Leads: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United Arab Emirates: 2,088 (30.97%)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Saudi Arabia: 1,353 (20.07%)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United Kingdom: 733 (10.87%)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Germany: 617 (9.15%)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5. Qatar: 356 (5.28%)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HR Leads: 6,741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IT Leads by Country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Top 5 Countries with IT Leads: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United States: 4,806 (16.24%)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Germany: 3,852 (13.02%)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United Kingdom: 3,696 (12.49%)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United Arab Emirates: 3,291 (11.12%)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5. Saudi Arabia: 3,183 (10.76%)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IT Leads: 29,586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Finance Leads by Country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Top 5 Countries with Finance Leads: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United Arab Emirates: 4,916 (16.30%)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United Kingdom: 3,844 (12.75%)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India: 3,394 (11.26%)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Saudi Arabia: 3,168 (10.51%)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5. United States: 3,065 (10.16%)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Finance Leads: 30,154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CEO &amp; CFO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CEO Distribution (Top 5):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United Kingdom: 1,687 (20.85%)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United Arab Emirates: 1,178 (14.56%)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United States: 1,092 (13.50%)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Saudi Arabia: 1,027 (12.69%)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Germany: 669 (8.27%)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CFO Distribution (Top 5):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United States: 1,175 (16.69%)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Germany: 868 (12.33%)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India: 805 (11.44%)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United Arab Emirates: 746 (10.60%)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Saudi Arabia: 611 (8.68%)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Regional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Region Specific Updates: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ME Region Countries: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Saudi Arabia, UAE, Qatar, Kuwait, Oman, Bahrain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Total: 54,909 records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EU Region Countries: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UK, Germany, Switzerland, Austria, Belgium,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 Netherlands, Luxembourg, Denmark, Sweden,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 Norway, Finland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Total: 82,314 records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 Quality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Top Columns with Missing Data: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created_date: 194,831 (100.0%)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Notes: 180,693 (92.7%)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Address 2: 175,694 (90.2%)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Job Title: 163,498 (83.9%)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Contact number: 149,993 (77.0%)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Mobile Number: 120,614 (61.9%)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Practice: 117,849 (60.5%)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Lead Location: 99,631 (51.1%)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Company size: 80,503 (41.3%)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Zoom Info Id: 70,748 (36.3%)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Insights &amp;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🔍 Key Findings: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Active Lead Rate: 94.2% of database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Geographic Focus: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UAE, UK, and USA are top markets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Strong presence in ME and EU regions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Decision Makers: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81,611 identified in key roles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Finance and IT leads dominate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Email Engagement: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27,021 bounced emails identified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UK and Germany highest bounce rates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📋 Recommendations: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Focus on Active Leads (183,565 records)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Prioritize UAE, UK, and USA markets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Target Finance and IT decision makers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Clean up bounced email addresses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5. Fill missing data gaps in: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Job Titles, Contact Numbers, Practice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6. Leverage strong ME and EU presence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