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Excel Data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Comprehensive Analysis of Lead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December 03, 2025</a:t>
            </a:r>
          </a:p>
        </p:txBody>
      </p:sp>
      <p:pic>
        <p:nvPicPr>
          <p:cNvPr id="5" name="Picture 4" descr="rheinic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33333"/>
                </a:solidFill>
              </a:defRPr>
            </a:pPr>
            <a:r>
              <a:t>Prepared by: Vijayapriya Settu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📊 Total Records: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Active Leads: 183,565 (94.2%)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🌍 Countries: 426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🏢 Companies: 50,869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Regional Distribution: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ME Region: 54,909 (28.2%)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EU Region: 82,314 (42.2%)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USA: 8,030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Others: 20,618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Rows: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Columns: 40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Quality: 76.1% complete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Duplicate Rows: 0 (0%)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Key Metrics: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Contacts: 118,413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Leads: 52,260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Disqualified: 10,939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Won: 133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Lost: 190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64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Distribution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242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37160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1">
                <a:solidFill>
                  <a:srgbClr val="1F4E79"/>
                </a:solidFill>
              </a:defRPr>
            </a:pPr>
            <a:r>
              <a:t>Stage Breakdown: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118,413 (64.5%)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52,260 (28.5%)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Additional 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7,427 (4.0%)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4,667 (2.5%)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Marketing - Keep War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573 (0.3%)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Suspect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Sales - Keep Warm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65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Interested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29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SQL - 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15 Countries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13.67%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13.47%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Arab Emirates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12.46%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11.32%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8.91%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Switzerland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3.11%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Qatar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Kuwait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1.62%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Email Bounced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 Email Bounced: 27,021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Percentage of Total: 13.87%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Top 5 Countries with Bounced Emails: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Kingdom: 4,966 (18.4%)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Germany: 4,743 (17.6%)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Arab Emirates: 2,994 (11.1%)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Saudi Arabia: 2,719 (10.1%)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States: 1,821 (6.7%)</a:t>
            </a:r>
          </a:p>
        </p:txBody>
      </p:sp>
      <p:pic>
        <p:nvPicPr>
          <p:cNvPr id="5" name="Picture 4" descr="bounced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32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27.71%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13.76%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12.62%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Oil &amp; Gas,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7.78%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Retail , Distribution &amp; Trading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6.45%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4.73%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3.01%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2.87%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2.34%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Government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1.03%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Lead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 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120830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63.56%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Lead Feeder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LinkedIn_Clicks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1.37%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Direct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Zoominfo_Intent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Factors_Website_Traffic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Analysis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Key Role Categories Identified: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Finance Leads: 30,154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IT Leads: 29,586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CEO: 8,091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CFO: 7,039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HR Leads: 6,741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Total: 81,611 records across all categories</a:t>
            </a:r>
          </a:p>
        </p:txBody>
      </p:sp>
      <p:pic>
        <p:nvPicPr>
          <p:cNvPr id="5" name="Picture 4" descr="role_category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1944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Roles by Country -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HR Leads (6,741)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2,088 (31%)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Saudi: 1,353 (20%)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733 (11%)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IT Leads (29,586)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4,806 (16%)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Germany: 3,852 (13%)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3,696 (12%)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Finance Leads (30,154)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4,916 (16%)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3,844 (13%)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India: 3,394 (11%)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CEO (8,091)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1,687 (21%)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1,178 (15%)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1,092 (14%)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CFO (7,039)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1,175 (17%)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Germany: 868 (12%)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India: 805 (11%)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400"/>
              </a:spcAft>
              <a:defRPr sz="1300" b="1">
                <a:solidFill>
                  <a:srgbClr val="4472C4"/>
                </a:solidFill>
              </a:defRPr>
            </a:pPr>
            <a:r>
              <a:t>Key Insights: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UAE leads in HR &amp; Finance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USA strong in IT &amp; CFO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UK dominant in CEO roles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81,611 total decision makers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Regional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 Specific Updates: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ME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Arabia, UAE, Qatar, Kuwait, Oman, Bahrain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54,909 records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EU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UK, Germany, Switzerland, Austria, Belgium,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Netherlands, Luxembourg, Denmark, Sweden,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Norway, Finland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82,314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Quality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Columns with Missing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created_date: 194,831 (100.0%)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Notes: 180,693 (92.7%)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Address 2: 175,694 (90.2%)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Job Title: 163,498 (83.9%)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 number: 149,993 (77.0%)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Mobile Number: 120,614 (61.9%)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Practice: 117,849 (60.5%)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 Location: 99,631 (51.1%)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Company size: 80,503 (41.3%)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Zoom Info Id: 70,748 (36.3%)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🔍 Key Findings: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Active Lead Rate: 94.2% of database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Geographic Focus: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UAE, UK, and USA are top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Strong presence in ME and EU regions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Decision Makers: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81,611 identified in key roles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Finance and IT leads dominate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Email Engagement: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27,021 bounced emails identified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UK and Germany highest bounce rates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📋 Recommendations: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Focus on Active Leads (183,565 records)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Prioritize UAE, UK, and USA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Target Finance and IT decision makers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Clean up bounced email addresses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Fill missing data gaps in: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Job Titles, Contact Numbers, Practice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6. Leverage strong ME and EU presence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Questions?</a:t>
            </a:r>
          </a:p>
        </p:txBody>
      </p:sp>
      <p:pic>
        <p:nvPicPr>
          <p:cNvPr id="4" name="Picture 3" descr="rheinic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333333"/>
                </a:solidFill>
              </a:defRPr>
            </a:pPr>
            <a:r>
              <a:t>Prepared by: Vijayapriya Settu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